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11E"/>
          </a:solidFill>
          <a:ln>
            <a:solidFill>
              <a:srgbClr val="091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E0D3"/>
          </a:solidFill>
          <a:ln>
            <a:solidFill>
              <a:srgbClr val="7CE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1BDCC"/>
                </a:solidFill>
                <a:latin typeface="Aptos"/>
              </a:rPr>
              <a:t>CS50P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10896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B1BDCC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0F4FA"/>
                </a:solidFill>
                <a:latin typeface="Aptos"/>
              </a:rPr>
              <a:t>PromptVault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65960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1BDCC"/>
                </a:solidFill>
                <a:latin typeface="Aptos"/>
              </a:rPr>
              <a:t>A local command-line library for better prompts.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679192"/>
            <a:ext cx="1143000" cy="45720"/>
          </a:xfrm>
          <a:prstGeom prst="rect">
            <a:avLst/>
          </a:prstGeom>
          <a:solidFill>
            <a:srgbClr val="7CE0D3"/>
          </a:solidFill>
          <a:ln>
            <a:solidFill>
              <a:srgbClr val="7CE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136392"/>
            <a:ext cx="47548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0F4FA"/>
                </a:solidFill>
                <a:latin typeface="Aptos"/>
              </a:rPr>
              <a:t>Student: Veselin
GitHub: github.com/veselinkalinov
edX: vesko_kalinov06
Location: Varna, Bulgaria
Recorded: 20 July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298448"/>
            <a:ext cx="3886200" cy="4160520"/>
          </a:xfrm>
          <a:prstGeom prst="roundRect">
            <a:avLst/>
          </a:prstGeom>
          <a:solidFill>
            <a:srgbClr val="111A2B"/>
          </a:solidFill>
          <a:ln>
            <a:solidFill>
              <a:srgbClr val="26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19872" y="1856231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7CE0D3"/>
                </a:solidFill>
                <a:latin typeface="Aptos"/>
              </a:rPr>
              <a:t>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9872" y="233172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0F4FA"/>
                </a:solidFill>
                <a:latin typeface="Aptos"/>
              </a:rPr>
              <a:t>VAULT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05088" y="3310128"/>
            <a:ext cx="1508760" cy="1097280"/>
          </a:xfrm>
          <a:prstGeom prst="roundRect">
            <a:avLst/>
          </a:prstGeom>
          <a:solidFill>
            <a:srgbClr val="7CE0D3"/>
          </a:solidFill>
          <a:ln>
            <a:solidFill>
              <a:srgbClr val="7CE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51392" y="3566160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9111E"/>
                </a:solidFill>
                <a:latin typeface="Aptos"/>
              </a:rPr>
              <a:t>LOCAL
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8431" y="4800600"/>
            <a:ext cx="3063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B1BDCC"/>
                </a:solidFill>
                <a:latin typeface="Aptos"/>
              </a:rPr>
              <a:t>Store  •  Analyze  •  Improve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